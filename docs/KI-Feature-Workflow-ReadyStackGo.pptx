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KI-gestützter Feature-Workflow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Segoe UI"/>
              </a:defRPr>
            </a:pPr>
            <a:r>
              <a:t>Von der Idee zum fertigen Feature mit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6D6"/>
                </a:solidFill>
                <a:latin typeface="Segoe UI"/>
              </a:defRPr>
            </a:pPr>
            <a:r>
              <a:t>ReadyStackGo  |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520440"/>
            <a:ext cx="393192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Überblick: Der KI-gestützte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65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Phase 1: Spezifikation erstellen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Segoe UI"/>
              </a:defRPr>
            </a:pPr>
            <a: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Phase 2: Feature planen  —  /plan-feature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Segoe UI"/>
              </a:defRPr>
            </a:pPr>
            <a:r>
              <a:t>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154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Phase 3: Feature implementieren  —  /implement-feature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Segoe UI"/>
              </a:defRPr>
            </a:pPr>
            <a:r>
              <a:t>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749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Phase 4: Feature dokumentieren  —  /document-feature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Segoe UI"/>
              </a:defRPr>
            </a:pPr>
            <a:r>
              <a:t>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43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Weitere Skills: /fix-bug, /report-bug, /docker-dev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37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Segoe UI"/>
              </a:defRPr>
            </a:pPr>
            <a:r>
              <a:t>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GitHub-Integration: Issues, Board &amp; Releases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532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Segoe UI"/>
              </a:defRPr>
            </a:pPr>
            <a:r>
              <a:t>8.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532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Segoe UI"/>
              </a:defRPr>
            </a:pPr>
            <a:r>
              <a:t>Zusammenfassung &amp; Workflow-Übersicht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Segoe UI"/>
              </a:defRPr>
            </a:pPr>
            <a:r>
              <a:t>Der KI-gestützte Feature-Workflow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Von der Idee zum Release in 4 Phasen — jede Phase wird durch einen spezialisierten Claude Code Skill unterstützt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1737360" cy="914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Spezifikation</a:t>
            </a:r>
          </a:p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Manuell / ChatGPT</a:t>
            </a:r>
          </a:p>
        </p:txBody>
      </p:sp>
      <p:sp>
        <p:nvSpPr>
          <p:cNvPr id="5" name="Can 4"/>
          <p:cNvSpPr/>
          <p:nvPr/>
        </p:nvSpPr>
        <p:spPr>
          <a:xfrm>
            <a:off x="2377440" y="2392680"/>
            <a:ext cx="274320" cy="15240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40" y="2011680"/>
            <a:ext cx="1737360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Planung</a:t>
            </a:r>
          </a:p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/plan-feature</a:t>
            </a:r>
          </a:p>
        </p:txBody>
      </p:sp>
      <p:sp>
        <p:nvSpPr>
          <p:cNvPr id="7" name="Can 6"/>
          <p:cNvSpPr/>
          <p:nvPr/>
        </p:nvSpPr>
        <p:spPr>
          <a:xfrm>
            <a:off x="4754880" y="2392680"/>
            <a:ext cx="274320" cy="15240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80" y="2011680"/>
            <a:ext cx="173736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Implementierung</a:t>
            </a:r>
          </a:p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/implement-feature</a:t>
            </a:r>
          </a:p>
        </p:txBody>
      </p:sp>
      <p:sp>
        <p:nvSpPr>
          <p:cNvPr id="9" name="Can 8"/>
          <p:cNvSpPr/>
          <p:nvPr/>
        </p:nvSpPr>
        <p:spPr>
          <a:xfrm>
            <a:off x="7132320" y="2392680"/>
            <a:ext cx="274320" cy="15240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2011680"/>
            <a:ext cx="173736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Dokumentation</a:t>
            </a:r>
          </a:p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/document-feature</a:t>
            </a:r>
          </a:p>
        </p:txBody>
      </p:sp>
      <p:sp>
        <p:nvSpPr>
          <p:cNvPr id="11" name="Can 10"/>
          <p:cNvSpPr/>
          <p:nvPr/>
        </p:nvSpPr>
        <p:spPr>
          <a:xfrm>
            <a:off x="9509760" y="2392680"/>
            <a:ext cx="274320" cy="15240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66960" y="2011680"/>
            <a:ext cx="173736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Release</a:t>
            </a:r>
          </a:p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GitHub Milestone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Jede Phase hat klare Ein-/Ausgaben und ist durch GitHub Issues, Board und Milestones verknüpft.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00"/>
              </a:spcAft>
              <a:defRPr sz="1500" b="1">
                <a:solidFill>
                  <a:srgbClr val="1A1A2E"/>
                </a:solidFill>
                <a:latin typeface="Segoe UI"/>
              </a:defRPr>
            </a:pPr>
            <a:r>
              <a:t>Kernprinzipien: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 Traceability: Jedes Feature ist von User Story bis Release nachverfolgbar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 Automatisierung: Repetitive Aufgaben werden durch Skills abgedeckt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 Qualität: Tests (Unit, Integration, E2E) sind in den Workflow integriert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 GitHub-native: Issues, Board, Milestones und Releases als Single Source of Truth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B59B6"/>
                </a:solidFill>
                <a:latin typeface="Segoe UI"/>
              </a:defRPr>
            </a:pPr>
            <a:r>
              <a:t>Phase 1: Spezifikation erstellen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Die Grundlage jedes Features — eine durchdachte Spezifikation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2004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9B59B6"/>
                </a:solidFill>
                <a:latin typeface="Segoe UI"/>
              </a:defRPr>
            </a:pPr>
            <a:r>
              <a:t>Manuell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Entwickler schreibt Spec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selbständig in Markdown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Volle Kontrolle über Inhalt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Gut für einfache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828800"/>
            <a:ext cx="32004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0096D6"/>
                </a:solidFill>
                <a:latin typeface="Segoe UI"/>
              </a:defRPr>
            </a:pPr>
            <a:r>
              <a:t>ChatGPT-Dialog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Iterativer Dialog mit ChatGPT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Fragen &amp; Antworten zur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Anforderungsklärung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Gut für komplexe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828800"/>
            <a:ext cx="32004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2ECC71"/>
                </a:solidFill>
                <a:latin typeface="Segoe UI"/>
              </a:defRPr>
            </a:pPr>
            <a:r>
              <a:t>Hybrid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Grundgerüst manuell erstellen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Details mit KI ausarbeiten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Review und Anpassung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Empfohlener Ansatz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Struktur einer Spezifikation: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Motivation &amp; Ziel  |  User Stories  |  Requirements  |  Architektur  |  Test-Strategie  |  Entscheidungen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840"/>
              </a:spcAft>
              <a:defRPr sz="1400" b="0">
                <a:solidFill>
                  <a:srgbClr val="0096D6"/>
                </a:solidFill>
                <a:latin typeface="Segoe UI"/>
              </a:defRPr>
            </a:pPr>
            <a:r>
              <a:t>Ablageort:  docs/specs/&lt;FEATURE-NAME&gt;-SPEC.md</a:t>
            </a:r>
          </a:p>
          <a:p>
            <a:pPr>
              <a:spcAft>
                <a:spcPts val="840"/>
              </a:spcAft>
              <a:defRPr sz="1400" b="0">
                <a:solidFill>
                  <a:srgbClr val="666666"/>
                </a:solidFill>
                <a:latin typeface="Segoe UI"/>
              </a:defRPr>
            </a:pPr>
            <a:r>
              <a:t>Sprache: Deutsch mit englischen Fachbegriffen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Segoe UI"/>
              </a:defRPr>
            </a:pPr>
            <a:r>
              <a:t>Phase 2: /plan-feature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Aus der Spezifikation wird ein konkreter Implementierungsplan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A1A2E"/>
                </a:solidFill>
                <a:latin typeface="Segoe UI"/>
              </a:defRPr>
            </a:pPr>
            <a:r>
              <a:t>Was der Skill macht: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1. Spezifikation analysieren und verstehen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2. GitHub Milestone erstellen (falls nicht vorhanden)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3. GitHub Issue als Epic anlegen + Board-Eintrag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4. Codebase analysieren: betroffene Bounded Contexts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5. Feature-Breakdown mit Abhängigkeiten erstellen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6. Implementierungsplan als PLAN-*.md erstellen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7. AMS UI Impact prüfen (bei Änderungen an @rsgo/core)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554480"/>
            <a:ext cx="475488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0096D6"/>
                </a:solidFill>
                <a:latin typeface="Segoe UI"/>
              </a:defRPr>
            </a:pPr>
            <a:r>
              <a:t>Plan-Dokument enthält: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Ziel und Voraussetzungen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Feature-Liste mit Checkboxen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Neue &amp; geänderte Dateien pro Feature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Abhängigkeitskette zwischen Features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API-Endpunkte (Route, Method, Permission)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UI-Komponenten und State Machines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Test-Strategie (Unit/Integration/E2E)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Entscheidungen mit Begründung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Ablage: docs/Plans/PLAN-&lt;name&gt;.md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Segoe UI"/>
              </a:defRPr>
            </a:pPr>
            <a:r>
              <a:t>Wichtig: Der Plan ist das zentrale Steuerungsdokument — er wird während der Implementierung laufend aktualisiert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CC71"/>
                </a:solidFill>
                <a:latin typeface="Segoe UI"/>
              </a:defRPr>
            </a:pPr>
            <a:r>
              <a:t>Phase 3: /implement-feature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Der Plan wird Feature für Feature umgesetzt — mit Tests, PRs und Board-Updates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1">
                <a:solidFill>
                  <a:srgbClr val="1A1A2E"/>
                </a:solidFill>
                <a:latin typeface="Segoe UI"/>
              </a:defRPr>
            </a:pPr>
            <a:r>
              <a:t>Workflow: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1. Board-Status auf 'In Progress' setzen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2. Integration Branch erstellen (integration/&lt;phase&gt;)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3. Feature Branch erstellen (feature/&lt;name&gt;)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4. Tests schreiben (Test-First wo möglich)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5. Feature implementieren (bestehende Patterns folgen)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6. Build prüfen (0 Errors, 0 Warnings)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7. PR erstellen mit 'Closes #NNN'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8. Board-Status auf 'Review' setzen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9. Plan-Dokument aktualisieren (Checkboxen)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47548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2ECC71"/>
                </a:solidFill>
                <a:latin typeface="Segoe UI"/>
              </a:defRPr>
            </a:pPr>
            <a:r>
              <a:t>Branching-Strategie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main (permanent)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+-- integration/&lt;phase&gt; (pro Epic)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     +-- feature/&lt;name&gt; (pro Feature)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Nach Abschluss: integration -&gt; main PR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749039"/>
            <a:ext cx="47548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E74C3C"/>
                </a:solidFill>
                <a:latin typeface="Segoe UI"/>
              </a:defRPr>
            </a:pPr>
            <a:r>
              <a:t>Test-Anforderungen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Unit Tests (xUnit + FluentAssertions)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Integration Tests (TestContainers)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E2E Tests (Playwright + Screenshots)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Edge Cases &amp; Fehler-Szenarien PFLICHT!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CC71"/>
                </a:solidFill>
                <a:latin typeface="Segoe UI"/>
              </a:defRPr>
            </a:pPr>
            <a:r>
              <a:t>/implement-feature — Besonderheiten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50292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2ECC71"/>
                </a:solidFill>
                <a:latin typeface="Segoe UI"/>
              </a:defRPr>
            </a:pPr>
            <a:r>
              <a:t>Architektur-Patterns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DDD: Aggregate Roots, Value Objects, Domain Events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MediatR: Command/Query Separation (CQRS)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FastEndpoints mit RBAC-PreProcessor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EF Core + SQLite (Pre-v1.0, keine Migration)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280160"/>
            <a:ext cx="50292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0096D6"/>
                </a:solidFill>
                <a:latin typeface="Segoe UI"/>
              </a:defRPr>
            </a:pPr>
            <a:r>
              <a:t>Board-Management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Status 'In Progress' sofort beim Start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Status 'Review' nach PR-Erstellung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Status 'Done' NUR durch den User!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Jedes Feature braucht GitHub Issue + Milestone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50292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F39C12"/>
                </a:solidFill>
                <a:latin typeface="Segoe UI"/>
              </a:defRPr>
            </a:pPr>
            <a:r>
              <a:t>AMS UI Impact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Bei Änderungen an @rsgo/core: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Impact-Analyse für AMS UI durchführen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Ggf. Plan im AMS Repo erstellen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AMS Repo: separates privates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840480"/>
            <a:ext cx="50292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E74C3C"/>
                </a:solidFill>
                <a:latin typeface="Segoe UI"/>
              </a:defRPr>
            </a:pPr>
            <a:r>
              <a:t>Qualitätssicherung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dotnet build: 0 Errors, 0 Warnings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Alle Tests müssen bestehen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PR gegen Integration Branch (nicht main!)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English commits, keine Footer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9C12"/>
                </a:solidFill>
                <a:latin typeface="Segoe UI"/>
              </a:defRPr>
            </a:pPr>
            <a:r>
              <a:t>Phase 4: /document-feature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Automatische Erstellung von E2E-Tests mit Screenshots und zweisprachiger Dokumentation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A1A2E"/>
                </a:solidFill>
                <a:latin typeface="Segoe UI"/>
              </a:defRPr>
            </a:pPr>
            <a:r>
              <a:t>Ablauf: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1. Feature identifizieren und UI-Workflow analysieren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2. Entscheiden: Erscheint Feature auf der Landing Page?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3. E2E-Tests mit Playwright schreiben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4. Screenshots automatisch erstellen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5. Dokumentation in Deutsch + Englisch erstellen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6. Optional: Landing Page Feature-Eintrag</a:t>
            </a:r>
          </a:p>
          <a:p>
            <a:pPr>
              <a:spcAft>
                <a:spcPts val="900"/>
              </a:spcAft>
              <a:defRPr sz="1500" b="0">
                <a:solidFill>
                  <a:srgbClr val="333333"/>
                </a:solidFill>
                <a:latin typeface="Segoe UI"/>
              </a:defRPr>
            </a:pPr>
            <a:r>
              <a:t>  7. Commit und PR erstellen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47548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F39C12"/>
                </a:solidFill>
                <a:latin typeface="Segoe UI"/>
              </a:defRPr>
            </a:pPr>
            <a:r>
              <a:t>Screenshots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Playwright-basierte E2E-Tests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Namenskonvention: &lt;feature&gt;-&lt;##&gt;-&lt;desc&gt;.png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Ablage: PublicWeb/public/images/docs/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Test gegen Docker Container (Port 8080)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566160"/>
            <a:ext cx="47548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F39C12"/>
                </a:solidFill>
                <a:latin typeface="Segoe UI"/>
              </a:defRPr>
            </a:pPr>
            <a:r>
              <a:t>Dokumentation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Astro/Starlight Framework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Zweisprachig: Deutsch + Englisch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Starlight-Features: Callouts, Tabs, Tables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Ablage: PublicWeb/src/content/docs/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SVG-Icons für Landing Page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Segoe UI"/>
              </a:defRPr>
            </a:pPr>
            <a:r>
              <a:t>Ergebnis: Benutzerfreundliche, bebilderte Dokumentation die direkt aus dem laufenden System generiert wird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Segoe UI"/>
              </a:defRPr>
            </a:pPr>
            <a:r>
              <a:t>Weitere Skills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E74C3C"/>
                </a:solidFill>
                <a:latin typeface="Segoe UI"/>
              </a:defRPr>
            </a:pPr>
            <a:r>
              <a:t>/fix-bug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Red-Green Test-Ansatz: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1. Bug-Issue von GitHub lesen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2. Board -&gt; 'In Progress'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3. Bugfix Branch: bugfix/&lt;name&gt;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4. RED: Test schreiben der fehlschlägt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5. GREEN: Minimaler Fix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6. Build + alle Tests prüfen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7. PR mit 'Fixes #NNN'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8. Board -&gt; 'Review'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Kein Refactoring, nur der Fix!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0" y="128016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F39C12"/>
                </a:solidFill>
                <a:latin typeface="Segoe UI"/>
              </a:defRPr>
            </a:pPr>
            <a:r>
              <a:t>/report-bug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Bug melden ohne zu fixen: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1. Bug-Beschreibung verstehen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2. Code-Analyse &amp; Docker Logs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3. GitHub Issue erstellen mit: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 - Description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 - Expected Behavior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 - Reproduction Steps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 - Environment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 - Analysis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4. Issue auf Board -&gt; 'Backlog'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Nächster Schritt: /fix-bug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128016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0096D6"/>
                </a:solidFill>
                <a:latin typeface="Segoe UI"/>
              </a:defRPr>
            </a:pPr>
            <a:r>
              <a:t>/docker-dev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Container für manuelles Testen: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1. Clean Mode? (Volumes löschen?)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2. docker compose down [-v]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3. docker compose build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4. docker compose up -d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5. Status prüfen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URL: http://localhost:8080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Volumes löschen = Setup Wizard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Volumes behalten = Bestandsdaten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Segoe UI"/>
              </a:defRPr>
            </a:pPr>
            <a:r>
              <a:t>GitHub-Integration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GitHub als Single Source of Truth — Issues, Board, Milestones und Releases sind vollständig integriert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329184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0096D6"/>
                </a:solidFill>
                <a:latin typeface="Segoe UI"/>
              </a:defRPr>
            </a:pPr>
            <a:r>
              <a:t>GitHub Issues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Jedes Feature = Epic Issue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Labels: epic, feature, bug, docs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Milestone-Zuweisung (Pflicht!)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Sub-Issues für einzelne Features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Auto-Close via 'Closes #NNN' in PR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1737360"/>
            <a:ext cx="329184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2ECC71"/>
                </a:solidFill>
                <a:latin typeface="Segoe UI"/>
              </a:defRPr>
            </a:pPr>
            <a:r>
              <a:t>Project Board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Status-Workflow: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Backlog -&gt; In Progress -&gt; Review -&gt; Done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Skills setzen Status automatisch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'Done' nur durch User (Qualitäts-Gate)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Zentrale Übersicht aller Arbeit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737360"/>
            <a:ext cx="329184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9B59B6"/>
                </a:solidFill>
                <a:latin typeface="Segoe UI"/>
              </a:defRPr>
            </a:pPr>
            <a:r>
              <a:t>Milestones &amp; Releases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1 Milestone = 1 Release-Version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Milestone schließen = Release!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Automatische Release Notes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Automatischer Docker Build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Versionierung: v0.XX.0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49377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333333"/>
                </a:solidFill>
                <a:latin typeface="Segoe UI"/>
              </a:defRPr>
            </a:pPr>
            <a:r>
              <a:t>CI/CD Pipeline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Pull Request -&gt; CI automatisch: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- dotnet restore, build, test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- pnpm install, lint, type-check, build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- Test-Ergebnisse als Artifacts (7 Tage)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Milestone Close -&gt; Release automatisch: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- Release Notes generieren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- GitHub Release + Tag erstellen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- Docker Build triggern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4114800"/>
            <a:ext cx="53035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spcAft>
                <a:spcPts val="600"/>
              </a:spcAft>
              <a:defRPr sz="1500" b="1">
                <a:solidFill>
                  <a:srgbClr val="333333"/>
                </a:solidFill>
                <a:latin typeface="Segoe UI"/>
              </a:defRPr>
            </a:pPr>
            <a:r>
              <a:t>Release Drafter (Automatische Kategorisierung)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Features, Bug Fixes, Security, Docs, Maintenance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Auto-Labels basierend auf: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- Branch-Namen (fix/*, feature/*, ...)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- Geänderte Dateien (*.md, *.csproj, ...)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Versionierung automatisch: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major Label -&gt; Major, feature -&gt; Minor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bug/fix/docs -&gt; Patch (Standard)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Segoe UI"/>
              </a:defRPr>
            </a:pPr>
            <a:r>
              <a:t>GitHub-Workflow im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371600"/>
            <a:ext cx="1143000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Issue erstellen</a:t>
            </a:r>
          </a:p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/plan-feature</a:t>
            </a:r>
          </a:p>
        </p:txBody>
      </p:sp>
      <p:sp>
        <p:nvSpPr>
          <p:cNvPr id="4" name="Can 3"/>
          <p:cNvSpPr/>
          <p:nvPr/>
        </p:nvSpPr>
        <p:spPr>
          <a:xfrm>
            <a:off x="1581912" y="1798320"/>
            <a:ext cx="137160" cy="15240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92224" y="1371600"/>
            <a:ext cx="1143000" cy="10058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100" b="1">
                <a:solidFill>
                  <a:srgbClr val="333333"/>
                </a:solidFill>
                <a:latin typeface="Segoe UI"/>
              </a:defRPr>
            </a:pPr>
            <a:r>
              <a:t>Board: Backlog</a:t>
            </a:r>
          </a:p>
          <a:p>
            <a:pPr algn="ctr">
              <a:defRPr sz="900">
                <a:solidFill>
                  <a:srgbClr val="333333"/>
                </a:solidFill>
                <a:latin typeface="Segoe UI"/>
              </a:defRPr>
            </a:pPr>
            <a:r>
              <a:t>Automatisch</a:t>
            </a:r>
          </a:p>
        </p:txBody>
      </p:sp>
      <p:sp>
        <p:nvSpPr>
          <p:cNvPr id="6" name="Can 5"/>
          <p:cNvSpPr/>
          <p:nvPr/>
        </p:nvSpPr>
        <p:spPr>
          <a:xfrm>
            <a:off x="3008376" y="1798320"/>
            <a:ext cx="137160" cy="15240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18688" y="1371600"/>
            <a:ext cx="1143000" cy="10058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Board:</a:t>
            </a:r>
            <a:br/>
            <a:r>
              <a:t>In Progress</a:t>
            </a:r>
          </a:p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/implement</a:t>
            </a:r>
          </a:p>
        </p:txBody>
      </p:sp>
      <p:sp>
        <p:nvSpPr>
          <p:cNvPr id="8" name="Can 7"/>
          <p:cNvSpPr/>
          <p:nvPr/>
        </p:nvSpPr>
        <p:spPr>
          <a:xfrm>
            <a:off x="4434840" y="1798320"/>
            <a:ext cx="137160" cy="15240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5152" y="1371600"/>
            <a:ext cx="1143000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 erstellen</a:t>
            </a:r>
          </a:p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Closes #NNN</a:t>
            </a:r>
          </a:p>
        </p:txBody>
      </p:sp>
      <p:sp>
        <p:nvSpPr>
          <p:cNvPr id="10" name="Can 9"/>
          <p:cNvSpPr/>
          <p:nvPr/>
        </p:nvSpPr>
        <p:spPr>
          <a:xfrm>
            <a:off x="5861304" y="1798320"/>
            <a:ext cx="137160" cy="15240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71616" y="1371600"/>
            <a:ext cx="1143000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CI Pipeline</a:t>
            </a:r>
          </a:p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Automatisch</a:t>
            </a:r>
          </a:p>
        </p:txBody>
      </p:sp>
      <p:sp>
        <p:nvSpPr>
          <p:cNvPr id="12" name="Can 11"/>
          <p:cNvSpPr/>
          <p:nvPr/>
        </p:nvSpPr>
        <p:spPr>
          <a:xfrm>
            <a:off x="7287768" y="1798320"/>
            <a:ext cx="137160" cy="15240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0" y="1371600"/>
            <a:ext cx="1143000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Board: Review</a:t>
            </a:r>
          </a:p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Automatisch</a:t>
            </a:r>
          </a:p>
        </p:txBody>
      </p:sp>
      <p:sp>
        <p:nvSpPr>
          <p:cNvPr id="14" name="Can 13"/>
          <p:cNvSpPr/>
          <p:nvPr/>
        </p:nvSpPr>
        <p:spPr>
          <a:xfrm>
            <a:off x="8714232" y="1798320"/>
            <a:ext cx="137160" cy="15240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24544" y="1371600"/>
            <a:ext cx="1143000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 Merge</a:t>
            </a:r>
          </a:p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User Review</a:t>
            </a:r>
          </a:p>
        </p:txBody>
      </p:sp>
      <p:sp>
        <p:nvSpPr>
          <p:cNvPr id="16" name="Can 15"/>
          <p:cNvSpPr/>
          <p:nvPr/>
        </p:nvSpPr>
        <p:spPr>
          <a:xfrm>
            <a:off x="10140696" y="1798320"/>
            <a:ext cx="137160" cy="15240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51008" y="1371600"/>
            <a:ext cx="1143000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Board: Done</a:t>
            </a:r>
          </a:p>
          <a:p>
            <a:pPr algn="ctr">
              <a:defRPr sz="900">
                <a:solidFill>
                  <a:srgbClr val="FFFFFF"/>
                </a:solidFill>
                <a:latin typeface="Segoe UI"/>
              </a:defRPr>
            </a:pPr>
            <a:r>
              <a:t>User setzt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Segoe UI"/>
              </a:defRPr>
            </a:pPr>
            <a:r>
              <a:t>Release-Prozess: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1828800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Alle Features done</a:t>
            </a:r>
          </a:p>
        </p:txBody>
      </p:sp>
      <p:sp>
        <p:nvSpPr>
          <p:cNvPr id="20" name="Can 19"/>
          <p:cNvSpPr/>
          <p:nvPr/>
        </p:nvSpPr>
        <p:spPr>
          <a:xfrm>
            <a:off x="2377440" y="3627120"/>
            <a:ext cx="228600" cy="15240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97480" y="3291840"/>
            <a:ext cx="1828800" cy="8229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Integration -&gt; main</a:t>
            </a:r>
          </a:p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Finaler PR</a:t>
            </a:r>
          </a:p>
        </p:txBody>
      </p:sp>
      <p:sp>
        <p:nvSpPr>
          <p:cNvPr id="22" name="Can 21"/>
          <p:cNvSpPr/>
          <p:nvPr/>
        </p:nvSpPr>
        <p:spPr>
          <a:xfrm>
            <a:off x="4617720" y="3627120"/>
            <a:ext cx="228600" cy="15240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37760" y="3291840"/>
            <a:ext cx="1828800" cy="8229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Milestone schließen</a:t>
            </a:r>
          </a:p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User Aktion</a:t>
            </a:r>
          </a:p>
        </p:txBody>
      </p:sp>
      <p:sp>
        <p:nvSpPr>
          <p:cNvPr id="24" name="Can 23"/>
          <p:cNvSpPr/>
          <p:nvPr/>
        </p:nvSpPr>
        <p:spPr>
          <a:xfrm>
            <a:off x="6858000" y="3627120"/>
            <a:ext cx="228600" cy="15240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78040" y="3291840"/>
            <a:ext cx="1828800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Release erstellt</a:t>
            </a:r>
          </a:p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Automatisch</a:t>
            </a:r>
          </a:p>
        </p:txBody>
      </p:sp>
      <p:sp>
        <p:nvSpPr>
          <p:cNvPr id="26" name="Can 25"/>
          <p:cNvSpPr/>
          <p:nvPr/>
        </p:nvSpPr>
        <p:spPr>
          <a:xfrm>
            <a:off x="9098280" y="3627120"/>
            <a:ext cx="228600" cy="15240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18320" y="3291840"/>
            <a:ext cx="182880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Docker Build</a:t>
            </a:r>
          </a:p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Automatisch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89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840"/>
              </a:spcAft>
              <a:defRPr sz="1400" b="1">
                <a:solidFill>
                  <a:srgbClr val="1A1A2E"/>
                </a:solidFill>
                <a:latin typeface="Segoe UI"/>
              </a:defRPr>
            </a:pPr>
            <a:r>
              <a:t>Vorteile dieser Integration: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Lückenlose Nachverfolgbarkeit: Issue -&gt; PR -&gt; Release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Automatische Status-Updates durch die Skills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User behält Kontrolle über finale Freigaben (Done, Merge, Release)</a:t>
            </a:r>
          </a:p>
          <a:p>
            <a:pPr>
              <a:spcAft>
                <a:spcPts val="840"/>
              </a:spcAft>
              <a:defRPr sz="1400" b="0">
                <a:solidFill>
                  <a:srgbClr val="333333"/>
                </a:solidFill>
                <a:latin typeface="Segoe UI"/>
              </a:defRPr>
            </a:pPr>
            <a:r>
              <a:t>  CI/CD stellt Qualität bei jedem PR sicher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Zusammenfassung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onsolas"/>
              </a:defRPr>
            </a:pPr>
            <a:r>
              <a:t>/plan-feature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Spezifikation -&gt; Plan + GitHub Issue +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onsolas"/>
              </a:defRPr>
            </a:pPr>
            <a:r>
              <a:t>/implement-feature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Plan -&gt; Code + Tests + PR + Board-Updates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onsolas"/>
              </a:defRPr>
            </a:pPr>
            <a:r>
              <a:t>/document-feature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Feature -&gt; E2E Tests + Screenshots + Docs (DE/EN)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39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onsolas"/>
              </a:defRPr>
            </a:pPr>
            <a:r>
              <a:t>/fix-bug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20039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Bug-Issue -&gt; Red-Green Fix + 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onsolas"/>
              </a:defRPr>
            </a:pPr>
            <a:r>
              <a:t>/report-bug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Bug -&gt; GitHub Issue + Board-Eintrag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onsolas"/>
              </a:defRPr>
            </a:pPr>
            <a:r>
              <a:t>/docker-dev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Container bauen + starten für manuelles Testen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Der KI-gestützte Workflow ermöglicht es, Features schnell und konsistent von der Idee bis zum</a:t>
            </a:r>
            <a:br/>
            <a:r>
              <a:t>Release umzusetzen — mit integrierter Qualitätssicherung und lückenloser Nachverfolgbarkeit.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